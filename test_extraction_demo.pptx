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bullet point in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 text box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 text box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